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61"/>
  </p:normalViewPr>
  <p:slideViewPr>
    <p:cSldViewPr snapToGrid="0">
      <p:cViewPr varScale="1">
        <p:scale>
          <a:sx n="114" d="100"/>
          <a:sy n="114" d="100"/>
        </p:scale>
        <p:origin x="1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7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9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9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99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0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4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45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2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6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3F82B-6030-8349-9DAC-511C896E41B2}" type="datetimeFigureOut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F05420-81D7-C34C-9087-C8B0FCDBC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2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31284-22A5-1BB5-57C4-437070AD9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MS 601 </a:t>
            </a:r>
            <a:br>
              <a:rPr lang="en-US" sz="5700"/>
            </a:br>
            <a:br>
              <a:rPr lang="en-US" sz="5700"/>
            </a:br>
            <a:r>
              <a:rPr lang="en-US" sz="5700"/>
              <a:t>PRINCIPLES AND PRACTICES OF MANAGEMENT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696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C3A8C-B54F-7828-53AC-D373F984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300"/>
              <a:t>PPM answers following questions…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E3138-5FA4-AE9A-882D-33D15A881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What is an organization?</a:t>
            </a:r>
          </a:p>
          <a:p>
            <a:r>
              <a:rPr lang="en-US" sz="1900"/>
              <a:t>How organizations manage their resources?</a:t>
            </a:r>
          </a:p>
          <a:p>
            <a:r>
              <a:rPr lang="en-US" sz="1900"/>
              <a:t>Who is a manager?</a:t>
            </a:r>
          </a:p>
          <a:p>
            <a:r>
              <a:rPr lang="en-US" sz="1900"/>
              <a:t>What are the backgrounds, skills, and characteristics of a successful manager? </a:t>
            </a:r>
          </a:p>
          <a:p>
            <a:r>
              <a:rPr lang="en-US" sz="1900"/>
              <a:t>What is management?</a:t>
            </a:r>
          </a:p>
          <a:p>
            <a:r>
              <a:rPr lang="en-US" sz="1900"/>
              <a:t>What are the various functions of management?</a:t>
            </a:r>
          </a:p>
          <a:p>
            <a:r>
              <a:rPr lang="en-US" sz="1900"/>
              <a:t>What are the various managerial roles?</a:t>
            </a:r>
          </a:p>
          <a:p>
            <a:r>
              <a:rPr lang="en-US" sz="1900"/>
              <a:t>What is the diverse nature of modern business organizations?</a:t>
            </a:r>
          </a:p>
          <a:p>
            <a:r>
              <a:rPr lang="en-US" sz="1900"/>
              <a:t>What are the rewards and challenges offered by a career in management?</a:t>
            </a:r>
          </a:p>
        </p:txBody>
      </p:sp>
    </p:spTree>
    <p:extLst>
      <p:ext uri="{BB962C8B-B14F-4D97-AF65-F5344CB8AC3E}">
        <p14:creationId xmlns:p14="http://schemas.microsoft.com/office/powerpoint/2010/main" val="343250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96E48-54E1-C862-86D5-1FAB28BE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Contents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06A15-0DE7-6A6C-6CC3-A72C45F74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b="1" dirty="0"/>
              <a:t>Part 1: Introduction to Management</a:t>
            </a:r>
          </a:p>
          <a:p>
            <a:r>
              <a:rPr lang="en-US" sz="1900" dirty="0"/>
              <a:t>The term “Management”</a:t>
            </a:r>
          </a:p>
          <a:p>
            <a:r>
              <a:rPr lang="en-US" sz="1900" dirty="0"/>
              <a:t>Three three levels of management and their responsibilities </a:t>
            </a:r>
          </a:p>
          <a:p>
            <a:r>
              <a:rPr lang="en-US" sz="1900" dirty="0"/>
              <a:t>Difference between a manager and an operative employee </a:t>
            </a:r>
          </a:p>
          <a:p>
            <a:r>
              <a:rPr lang="en-US" sz="1900" dirty="0"/>
              <a:t>Skills and roles of a manager</a:t>
            </a:r>
          </a:p>
          <a:p>
            <a:r>
              <a:rPr lang="en-US" sz="1900" dirty="0"/>
              <a:t>Value of studying management</a:t>
            </a:r>
          </a:p>
          <a:p>
            <a:r>
              <a:rPr lang="en-US" sz="1900" dirty="0"/>
              <a:t>Relevance of popular humanities and social science courses to management practices </a:t>
            </a:r>
          </a:p>
        </p:txBody>
      </p:sp>
    </p:spTree>
    <p:extLst>
      <p:ext uri="{BB962C8B-B14F-4D97-AF65-F5344CB8AC3E}">
        <p14:creationId xmlns:p14="http://schemas.microsoft.com/office/powerpoint/2010/main" val="96033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33FE1-16BA-1DA2-BF8E-CA472414E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Contents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F3114-9C7E-9427-4781-A67D9CDD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b="1"/>
              <a:t>Part 2: Planning</a:t>
            </a:r>
          </a:p>
          <a:p>
            <a:r>
              <a:rPr lang="en-US" sz="1900"/>
              <a:t>Define Planning</a:t>
            </a:r>
          </a:p>
          <a:p>
            <a:r>
              <a:rPr lang="en-US" sz="1900"/>
              <a:t>Benefits</a:t>
            </a:r>
          </a:p>
          <a:p>
            <a:r>
              <a:rPr lang="en-US" sz="1900"/>
              <a:t>Difference between Strategic and Tactical Plans </a:t>
            </a:r>
          </a:p>
          <a:p>
            <a:r>
              <a:rPr lang="en-US" sz="1900"/>
              <a:t>Strategic Management Process</a:t>
            </a:r>
          </a:p>
          <a:p>
            <a:r>
              <a:rPr lang="en-US" sz="1900"/>
              <a:t>SWOT analysis</a:t>
            </a:r>
          </a:p>
          <a:p>
            <a:r>
              <a:rPr lang="en-US" sz="1900" b="1"/>
              <a:t>Decision Making </a:t>
            </a:r>
          </a:p>
          <a:p>
            <a:r>
              <a:rPr lang="en-US" sz="1900" b="1"/>
              <a:t>Decision-Making Process</a:t>
            </a:r>
          </a:p>
          <a:p>
            <a:r>
              <a:rPr lang="en-US" sz="1900"/>
              <a:t>Define Certainty, Risk, and Uncertainty</a:t>
            </a:r>
          </a:p>
          <a:p>
            <a:r>
              <a:rPr lang="en-US" sz="1900"/>
              <a:t>Group Decisions</a:t>
            </a:r>
          </a:p>
          <a:p>
            <a:r>
              <a:rPr lang="en-US" sz="1900" b="1"/>
              <a:t>Management by Objectives (MBO) </a:t>
            </a:r>
          </a:p>
        </p:txBody>
      </p:sp>
    </p:spTree>
    <p:extLst>
      <p:ext uri="{BB962C8B-B14F-4D97-AF65-F5344CB8AC3E}">
        <p14:creationId xmlns:p14="http://schemas.microsoft.com/office/powerpoint/2010/main" val="2773579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162C8-1899-3453-3BB3-087BFDDD6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Contents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54EA3-A3B5-3FC5-30A7-1BFA8ED42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b="1"/>
              <a:t>Part 3: Organizing </a:t>
            </a:r>
          </a:p>
          <a:p>
            <a:r>
              <a:rPr lang="en-US" sz="1900"/>
              <a:t>Elements of Organization Structure </a:t>
            </a:r>
          </a:p>
          <a:p>
            <a:r>
              <a:rPr lang="en-US" sz="1900"/>
              <a:t>Types of organization structures</a:t>
            </a:r>
          </a:p>
          <a:p>
            <a:r>
              <a:rPr lang="en-US" sz="1900" b="1"/>
              <a:t>Part 4: Directing </a:t>
            </a:r>
          </a:p>
          <a:p>
            <a:r>
              <a:rPr lang="en-US" sz="1900"/>
              <a:t>Define a Leader </a:t>
            </a:r>
          </a:p>
          <a:p>
            <a:r>
              <a:rPr lang="en-US" sz="1900"/>
              <a:t>Difference between a Manager and a Leader </a:t>
            </a:r>
          </a:p>
          <a:p>
            <a:r>
              <a:rPr lang="en-US" sz="1900"/>
              <a:t>Skills of a Leader</a:t>
            </a:r>
          </a:p>
          <a:p>
            <a:r>
              <a:rPr lang="en-US" sz="1900"/>
              <a:t>Styles and Theories of Leadership </a:t>
            </a:r>
          </a:p>
          <a:p>
            <a:r>
              <a:rPr lang="en-US" sz="190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3870146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53393-DF1D-0DFE-5D88-73E4F430E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Contents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C819F-85F0-183B-1A09-50E0F2D6F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 b="1"/>
              <a:t>Part 5: Controlling</a:t>
            </a:r>
          </a:p>
          <a:p>
            <a:r>
              <a:rPr lang="en-US" sz="1900"/>
              <a:t>Define Control</a:t>
            </a:r>
          </a:p>
          <a:p>
            <a:r>
              <a:rPr lang="en-US" sz="1900"/>
              <a:t>Approaches to Control</a:t>
            </a:r>
          </a:p>
          <a:p>
            <a:r>
              <a:rPr lang="en-US" sz="1900"/>
              <a:t>Importance</a:t>
            </a:r>
          </a:p>
          <a:p>
            <a:r>
              <a:rPr lang="en-US" sz="1900"/>
              <a:t>Control Process</a:t>
            </a:r>
          </a:p>
          <a:p>
            <a:r>
              <a:rPr lang="en-US" sz="1900"/>
              <a:t>Types</a:t>
            </a:r>
          </a:p>
          <a:p>
            <a:r>
              <a:rPr lang="en-US" sz="1900" b="1"/>
              <a:t>Case analysis </a:t>
            </a:r>
          </a:p>
        </p:txBody>
      </p:sp>
    </p:spTree>
    <p:extLst>
      <p:ext uri="{BB962C8B-B14F-4D97-AF65-F5344CB8AC3E}">
        <p14:creationId xmlns:p14="http://schemas.microsoft.com/office/powerpoint/2010/main" val="251627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F4F47-7FCF-F12B-3F99-692551D16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Suggested books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5E43-CE91-89A3-7285-EC7EB0BA7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Management 6</a:t>
            </a:r>
            <a:r>
              <a:rPr lang="en-US" sz="1900" baseline="30000"/>
              <a:t>th</a:t>
            </a:r>
            <a:r>
              <a:rPr lang="en-US" sz="1900"/>
              <a:t> edition, James A.F. Stoner, R. Edward Freeman, Daniel R. Gilbert, JR. (Pearson)</a:t>
            </a:r>
          </a:p>
          <a:p>
            <a:endParaRPr lang="en-US" sz="1900"/>
          </a:p>
          <a:p>
            <a:r>
              <a:rPr lang="en-US" sz="1900"/>
              <a:t>Principles and Practices of Management 11</a:t>
            </a:r>
            <a:r>
              <a:rPr lang="en-US" sz="1900" baseline="30000"/>
              <a:t>th</a:t>
            </a:r>
            <a:r>
              <a:rPr lang="en-US" sz="1900"/>
              <a:t> edition, L.M. Prasad (Sultan Chand &amp; Sons)</a:t>
            </a:r>
          </a:p>
        </p:txBody>
      </p:sp>
    </p:spTree>
    <p:extLst>
      <p:ext uri="{BB962C8B-B14F-4D97-AF65-F5344CB8AC3E}">
        <p14:creationId xmlns:p14="http://schemas.microsoft.com/office/powerpoint/2010/main" val="235274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</TotalTime>
  <Words>273</Words>
  <Application>Microsoft Macintosh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MS 601   PRINCIPLES AND PRACTICES OF MANAGEMENT</vt:lpstr>
      <vt:lpstr>PPM answers following questions…</vt:lpstr>
      <vt:lpstr>Contents </vt:lpstr>
      <vt:lpstr>Contents</vt:lpstr>
      <vt:lpstr>Contents</vt:lpstr>
      <vt:lpstr>Contents</vt:lpstr>
      <vt:lpstr>Suggested books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chetanya singh</dc:creator>
  <cp:lastModifiedBy>chetanya singh</cp:lastModifiedBy>
  <cp:revision>7</cp:revision>
  <dcterms:created xsi:type="dcterms:W3CDTF">2026-07-27T02:17:33Z</dcterms:created>
  <dcterms:modified xsi:type="dcterms:W3CDTF">2026-07-30T07:32:31Z</dcterms:modified>
</cp:coreProperties>
</file>